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4" r:id="rId4"/>
    <p:sldId id="265" r:id="rId5"/>
    <p:sldId id="266" r:id="rId6"/>
    <p:sldId id="279" r:id="rId7"/>
    <p:sldId id="267" r:id="rId8"/>
    <p:sldId id="268" r:id="rId9"/>
    <p:sldId id="278" r:id="rId10"/>
    <p:sldId id="273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1398DD-9176-4684-9151-519625A27FDD}" v="25" dt="2026-06-17T07:59:43.7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sampreeth" userId="9e300741519040f9" providerId="LiveId" clId="{94A510C6-1645-4F8C-8A45-1C8F96C24E77}"/>
    <pc:docChg chg="undo custSel addSld delSld modSld sldOrd">
      <pc:chgData name="sai sampreeth" userId="9e300741519040f9" providerId="LiveId" clId="{94A510C6-1645-4F8C-8A45-1C8F96C24E77}" dt="2026-06-17T08:00:12.238" v="250" actId="1076"/>
      <pc:docMkLst>
        <pc:docMk/>
      </pc:docMkLst>
      <pc:sldChg chg="del">
        <pc:chgData name="sai sampreeth" userId="9e300741519040f9" providerId="LiveId" clId="{94A510C6-1645-4F8C-8A45-1C8F96C24E77}" dt="2026-06-17T03:44:00.218" v="1" actId="47"/>
        <pc:sldMkLst>
          <pc:docMk/>
          <pc:sldMk cId="711600438" sldId="256"/>
        </pc:sldMkLst>
      </pc:sldChg>
      <pc:sldChg chg="addSp modSp mod">
        <pc:chgData name="sai sampreeth" userId="9e300741519040f9" providerId="LiveId" clId="{94A510C6-1645-4F8C-8A45-1C8F96C24E77}" dt="2026-06-17T04:12:31.285" v="96" actId="20577"/>
        <pc:sldMkLst>
          <pc:docMk/>
          <pc:sldMk cId="1869200563" sldId="257"/>
        </pc:sldMkLst>
        <pc:spChg chg="mod">
          <ac:chgData name="sai sampreeth" userId="9e300741519040f9" providerId="LiveId" clId="{94A510C6-1645-4F8C-8A45-1C8F96C24E77}" dt="2026-06-17T03:53:09.205" v="74" actId="207"/>
          <ac:spMkLst>
            <pc:docMk/>
            <pc:sldMk cId="1869200563" sldId="257"/>
            <ac:spMk id="3" creationId="{DF63EBD7-58CE-BAF5-117C-E7D538BD4D35}"/>
          </ac:spMkLst>
        </pc:spChg>
        <pc:spChg chg="mod">
          <ac:chgData name="sai sampreeth" userId="9e300741519040f9" providerId="LiveId" clId="{94A510C6-1645-4F8C-8A45-1C8F96C24E77}" dt="2026-06-17T04:12:31.285" v="96" actId="20577"/>
          <ac:spMkLst>
            <pc:docMk/>
            <pc:sldMk cId="1869200563" sldId="257"/>
            <ac:spMk id="7" creationId="{6E8A7290-BFDB-F944-C7CC-DE523E52B3B6}"/>
          </ac:spMkLst>
        </pc:spChg>
        <pc:graphicFrameChg chg="mod modGraphic">
          <ac:chgData name="sai sampreeth" userId="9e300741519040f9" providerId="LiveId" clId="{94A510C6-1645-4F8C-8A45-1C8F96C24E77}" dt="2026-06-17T03:52:19.066" v="68" actId="1076"/>
          <ac:graphicFrameMkLst>
            <pc:docMk/>
            <pc:sldMk cId="1869200563" sldId="257"/>
            <ac:graphicFrameMk id="8" creationId="{0061DB22-C6B4-CDC3-49A1-020985059BD7}"/>
          </ac:graphicFrameMkLst>
        </pc:graphicFrameChg>
        <pc:picChg chg="add mod">
          <ac:chgData name="sai sampreeth" userId="9e300741519040f9" providerId="LiveId" clId="{94A510C6-1645-4F8C-8A45-1C8F96C24E77}" dt="2026-06-17T03:52:25.818" v="72" actId="14100"/>
          <ac:picMkLst>
            <pc:docMk/>
            <pc:sldMk cId="1869200563" sldId="257"/>
            <ac:picMk id="2" creationId="{CE58CB9E-292A-7F67-9C54-6AD6BC6E23C8}"/>
          </ac:picMkLst>
        </pc:picChg>
      </pc:sldChg>
      <pc:sldChg chg="addSp delSp modSp mod ord">
        <pc:chgData name="sai sampreeth" userId="9e300741519040f9" providerId="LiveId" clId="{94A510C6-1645-4F8C-8A45-1C8F96C24E77}" dt="2026-06-17T05:27:28.946" v="179"/>
        <pc:sldMkLst>
          <pc:docMk/>
          <pc:sldMk cId="2088399890" sldId="258"/>
        </pc:sldMkLst>
        <pc:spChg chg="mod">
          <ac:chgData name="sai sampreeth" userId="9e300741519040f9" providerId="LiveId" clId="{94A510C6-1645-4F8C-8A45-1C8F96C24E77}" dt="2026-06-17T03:53:01.205" v="73" actId="207"/>
          <ac:spMkLst>
            <pc:docMk/>
            <pc:sldMk cId="2088399890" sldId="258"/>
            <ac:spMk id="3" creationId="{A5B66786-02CD-0F6E-17F2-7FF0F5369E0D}"/>
          </ac:spMkLst>
        </pc:spChg>
        <pc:spChg chg="add mod">
          <ac:chgData name="sai sampreeth" userId="9e300741519040f9" providerId="LiveId" clId="{94A510C6-1645-4F8C-8A45-1C8F96C24E77}" dt="2026-06-17T03:55:10.687" v="87" actId="1076"/>
          <ac:spMkLst>
            <pc:docMk/>
            <pc:sldMk cId="2088399890" sldId="258"/>
            <ac:spMk id="6" creationId="{D699A472-96AB-681F-445B-D74AA0F2BDD7}"/>
          </ac:spMkLst>
        </pc:spChg>
        <pc:spChg chg="del">
          <ac:chgData name="sai sampreeth" userId="9e300741519040f9" providerId="LiveId" clId="{94A510C6-1645-4F8C-8A45-1C8F96C24E77}" dt="2026-06-17T03:55:07.172" v="86" actId="478"/>
          <ac:spMkLst>
            <pc:docMk/>
            <pc:sldMk cId="2088399890" sldId="258"/>
            <ac:spMk id="7" creationId="{FD4EC0ED-00FE-97DB-5132-4D97BF19A5F7}"/>
          </ac:spMkLst>
        </pc:spChg>
        <pc:picChg chg="add mod">
          <ac:chgData name="sai sampreeth" userId="9e300741519040f9" providerId="LiveId" clId="{94A510C6-1645-4F8C-8A45-1C8F96C24E77}" dt="2026-06-17T03:55:21.596" v="89" actId="1076"/>
          <ac:picMkLst>
            <pc:docMk/>
            <pc:sldMk cId="2088399890" sldId="258"/>
            <ac:picMk id="2" creationId="{23FF8A7B-A8AD-C986-A220-AB4EF88B080A}"/>
          </ac:picMkLst>
        </pc:picChg>
      </pc:sldChg>
      <pc:sldChg chg="modSp mod">
        <pc:chgData name="sai sampreeth" userId="9e300741519040f9" providerId="LiveId" clId="{94A510C6-1645-4F8C-8A45-1C8F96C24E77}" dt="2026-06-17T05:12:09.737" v="120" actId="20577"/>
        <pc:sldMkLst>
          <pc:docMk/>
          <pc:sldMk cId="2085688211" sldId="259"/>
        </pc:sldMkLst>
        <pc:graphicFrameChg chg="modGraphic">
          <ac:chgData name="sai sampreeth" userId="9e300741519040f9" providerId="LiveId" clId="{94A510C6-1645-4F8C-8A45-1C8F96C24E77}" dt="2026-06-17T05:12:09.737" v="120" actId="20577"/>
          <ac:graphicFrameMkLst>
            <pc:docMk/>
            <pc:sldMk cId="2085688211" sldId="259"/>
            <ac:graphicFrameMk id="3" creationId="{8AA2C521-F3F6-6C14-B785-EE8EDEBF9BB8}"/>
          </ac:graphicFrameMkLst>
        </pc:graphicFrameChg>
      </pc:sldChg>
      <pc:sldChg chg="modSp add mod">
        <pc:chgData name="sai sampreeth" userId="9e300741519040f9" providerId="LiveId" clId="{94A510C6-1645-4F8C-8A45-1C8F96C24E77}" dt="2026-06-17T03:54:12.289" v="80" actId="2711"/>
        <pc:sldMkLst>
          <pc:docMk/>
          <pc:sldMk cId="224936383" sldId="260"/>
        </pc:sldMkLst>
        <pc:spChg chg="mod">
          <ac:chgData name="sai sampreeth" userId="9e300741519040f9" providerId="LiveId" clId="{94A510C6-1645-4F8C-8A45-1C8F96C24E77}" dt="2026-06-17T03:54:12.289" v="80" actId="2711"/>
          <ac:spMkLst>
            <pc:docMk/>
            <pc:sldMk cId="224936383" sldId="260"/>
            <ac:spMk id="6" creationId="{94C54157-4A84-91CA-2298-5C144DF8CF4B}"/>
          </ac:spMkLst>
        </pc:spChg>
        <pc:spChg chg="mod">
          <ac:chgData name="sai sampreeth" userId="9e300741519040f9" providerId="LiveId" clId="{94A510C6-1645-4F8C-8A45-1C8F96C24E77}" dt="2026-06-17T03:53:45.678" v="76" actId="1076"/>
          <ac:spMkLst>
            <pc:docMk/>
            <pc:sldMk cId="224936383" sldId="260"/>
            <ac:spMk id="7" creationId="{3EAA7A8F-4517-179B-2C54-9BD20A521B05}"/>
          </ac:spMkLst>
        </pc:spChg>
        <pc:spChg chg="mod">
          <ac:chgData name="sai sampreeth" userId="9e300741519040f9" providerId="LiveId" clId="{94A510C6-1645-4F8C-8A45-1C8F96C24E77}" dt="2026-06-17T03:54:05.371" v="79" actId="2711"/>
          <ac:spMkLst>
            <pc:docMk/>
            <pc:sldMk cId="224936383" sldId="260"/>
            <ac:spMk id="8" creationId="{6F0962CB-1B19-EE9C-C737-9E0B347D3622}"/>
          </ac:spMkLst>
        </pc:spChg>
      </pc:sldChg>
      <pc:sldChg chg="addSp delSp modSp add mod">
        <pc:chgData name="sai sampreeth" userId="9e300741519040f9" providerId="LiveId" clId="{94A510C6-1645-4F8C-8A45-1C8F96C24E77}" dt="2026-06-17T05:26:44.784" v="177" actId="478"/>
        <pc:sldMkLst>
          <pc:docMk/>
          <pc:sldMk cId="3514789584" sldId="261"/>
        </pc:sldMkLst>
        <pc:spChg chg="mod">
          <ac:chgData name="sai sampreeth" userId="9e300741519040f9" providerId="LiveId" clId="{94A510C6-1645-4F8C-8A45-1C8F96C24E77}" dt="2026-06-17T05:23:33.896" v="132" actId="1076"/>
          <ac:spMkLst>
            <pc:docMk/>
            <pc:sldMk cId="3514789584" sldId="261"/>
            <ac:spMk id="3" creationId="{5159136F-9FBD-F6F5-A41E-B66F36A8EFAF}"/>
          </ac:spMkLst>
        </pc:spChg>
        <pc:spChg chg="mod">
          <ac:chgData name="sai sampreeth" userId="9e300741519040f9" providerId="LiveId" clId="{94A510C6-1645-4F8C-8A45-1C8F96C24E77}" dt="2026-06-17T05:26:43.094" v="176" actId="1076"/>
          <ac:spMkLst>
            <pc:docMk/>
            <pc:sldMk cId="3514789584" sldId="261"/>
            <ac:spMk id="6" creationId="{2F62E054-0A4D-E6D5-DCB9-4FF1CDB5563A}"/>
          </ac:spMkLst>
        </pc:spChg>
        <pc:spChg chg="add mod">
          <ac:chgData name="sai sampreeth" userId="9e300741519040f9" providerId="LiveId" clId="{94A510C6-1645-4F8C-8A45-1C8F96C24E77}" dt="2026-06-17T05:24:19.290" v="160" actId="1076"/>
          <ac:spMkLst>
            <pc:docMk/>
            <pc:sldMk cId="3514789584" sldId="261"/>
            <ac:spMk id="7" creationId="{0D4A2BCC-A321-8A2A-F310-FE88847341ED}"/>
          </ac:spMkLst>
        </pc:spChg>
        <pc:picChg chg="del">
          <ac:chgData name="sai sampreeth" userId="9e300741519040f9" providerId="LiveId" clId="{94A510C6-1645-4F8C-8A45-1C8F96C24E77}" dt="2026-06-17T05:26:44.784" v="177" actId="478"/>
          <ac:picMkLst>
            <pc:docMk/>
            <pc:sldMk cId="3514789584" sldId="261"/>
            <ac:picMk id="2" creationId="{75F8573F-29F6-BBDE-BA54-D77675FCF961}"/>
          </ac:picMkLst>
        </pc:picChg>
      </pc:sldChg>
      <pc:sldChg chg="addSp delSp modSp add mod ord">
        <pc:chgData name="sai sampreeth" userId="9e300741519040f9" providerId="LiveId" clId="{94A510C6-1645-4F8C-8A45-1C8F96C24E77}" dt="2026-06-17T07:57:01.834" v="214" actId="1036"/>
        <pc:sldMkLst>
          <pc:docMk/>
          <pc:sldMk cId="2154714175" sldId="262"/>
        </pc:sldMkLst>
        <pc:spChg chg="del">
          <ac:chgData name="sai sampreeth" userId="9e300741519040f9" providerId="LiveId" clId="{94A510C6-1645-4F8C-8A45-1C8F96C24E77}" dt="2026-06-17T07:56:29.086" v="184" actId="478"/>
          <ac:spMkLst>
            <pc:docMk/>
            <pc:sldMk cId="2154714175" sldId="262"/>
            <ac:spMk id="3" creationId="{F5B7D9EF-DC6A-E32E-13C4-ECD4886215BF}"/>
          </ac:spMkLst>
        </pc:spChg>
        <pc:spChg chg="del">
          <ac:chgData name="sai sampreeth" userId="9e300741519040f9" providerId="LiveId" clId="{94A510C6-1645-4F8C-8A45-1C8F96C24E77}" dt="2026-06-17T07:56:30.832" v="185" actId="478"/>
          <ac:spMkLst>
            <pc:docMk/>
            <pc:sldMk cId="2154714175" sldId="262"/>
            <ac:spMk id="6" creationId="{827FF609-DAA1-C136-A801-2D561A106532}"/>
          </ac:spMkLst>
        </pc:spChg>
        <pc:spChg chg="del">
          <ac:chgData name="sai sampreeth" userId="9e300741519040f9" providerId="LiveId" clId="{94A510C6-1645-4F8C-8A45-1C8F96C24E77}" dt="2026-06-17T07:56:26.620" v="183" actId="478"/>
          <ac:spMkLst>
            <pc:docMk/>
            <pc:sldMk cId="2154714175" sldId="262"/>
            <ac:spMk id="7" creationId="{7BD396E3-BF8B-437C-53BA-01EAE50FCBE3}"/>
          </ac:spMkLst>
        </pc:spChg>
        <pc:picChg chg="add mod">
          <ac:chgData name="sai sampreeth" userId="9e300741519040f9" providerId="LiveId" clId="{94A510C6-1645-4F8C-8A45-1C8F96C24E77}" dt="2026-06-17T07:57:01.834" v="214" actId="1036"/>
          <ac:picMkLst>
            <pc:docMk/>
            <pc:sldMk cId="2154714175" sldId="262"/>
            <ac:picMk id="8" creationId="{12C1495E-FD23-A1B0-A17F-1819B19F7311}"/>
          </ac:picMkLst>
        </pc:picChg>
      </pc:sldChg>
      <pc:sldChg chg="add del">
        <pc:chgData name="sai sampreeth" userId="9e300741519040f9" providerId="LiveId" clId="{94A510C6-1645-4F8C-8A45-1C8F96C24E77}" dt="2026-06-17T05:22:51.706" v="123"/>
        <pc:sldMkLst>
          <pc:docMk/>
          <pc:sldMk cId="3017488032" sldId="262"/>
        </pc:sldMkLst>
      </pc:sldChg>
      <pc:sldChg chg="addSp delSp modSp add mod">
        <pc:chgData name="sai sampreeth" userId="9e300741519040f9" providerId="LiveId" clId="{94A510C6-1645-4F8C-8A45-1C8F96C24E77}" dt="2026-06-17T08:00:12.238" v="250" actId="1076"/>
        <pc:sldMkLst>
          <pc:docMk/>
          <pc:sldMk cId="2993813201" sldId="263"/>
        </pc:sldMkLst>
        <pc:spChg chg="add mod">
          <ac:chgData name="sai sampreeth" userId="9e300741519040f9" providerId="LiveId" clId="{94A510C6-1645-4F8C-8A45-1C8F96C24E77}" dt="2026-06-17T08:00:12.238" v="250" actId="1076"/>
          <ac:spMkLst>
            <pc:docMk/>
            <pc:sldMk cId="2993813201" sldId="263"/>
            <ac:spMk id="2" creationId="{C5B9FCFD-93CA-1BA2-56B4-42DBFA43C2D4}"/>
          </ac:spMkLst>
        </pc:spChg>
        <pc:picChg chg="del">
          <ac:chgData name="sai sampreeth" userId="9e300741519040f9" providerId="LiveId" clId="{94A510C6-1645-4F8C-8A45-1C8F96C24E77}" dt="2026-06-17T07:57:35.298" v="217" actId="478"/>
          <ac:picMkLst>
            <pc:docMk/>
            <pc:sldMk cId="2993813201" sldId="263"/>
            <ac:picMk id="4" creationId="{699E3F71-14F7-A2C0-A35D-2705EB301A69}"/>
          </ac:picMkLst>
        </pc:picChg>
        <pc:picChg chg="del">
          <ac:chgData name="sai sampreeth" userId="9e300741519040f9" providerId="LiveId" clId="{94A510C6-1645-4F8C-8A45-1C8F96C24E77}" dt="2026-06-17T07:57:36.648" v="218" actId="478"/>
          <ac:picMkLst>
            <pc:docMk/>
            <pc:sldMk cId="2993813201" sldId="263"/>
            <ac:picMk id="5" creationId="{105ED3AF-DF59-CF4A-F414-BFA420F9564B}"/>
          </ac:picMkLst>
        </pc:picChg>
        <pc:picChg chg="del">
          <ac:chgData name="sai sampreeth" userId="9e300741519040f9" providerId="LiveId" clId="{94A510C6-1645-4F8C-8A45-1C8F96C24E77}" dt="2026-06-17T07:57:33.181" v="216" actId="478"/>
          <ac:picMkLst>
            <pc:docMk/>
            <pc:sldMk cId="2993813201" sldId="263"/>
            <ac:picMk id="8" creationId="{6DE6A152-48A9-F8D8-0C49-3347D639E58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567E1-C8D1-F319-A877-C3358EE1B8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984544-FBCE-2DD9-8E81-2F202368D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78624-72DF-F7C7-4D02-B8E40872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53B193-E8C8-4077-8A2F-3E4C74B9A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86BBA-816C-B6A7-0228-F6348C56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9950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7F2BD-0A17-A3FA-2BF0-676D459F8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A4CB2-CE80-C005-6EE3-1083C9CE7B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5A3B1F-D73A-3D42-FD59-B1B3C211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A8F35-7E98-485C-DA5C-0E399AF8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F13E8-DB06-9F92-05E9-D445D3568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4485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C4C78-4FC1-7113-7825-2AF86FB93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2883EF-7007-9AD3-833C-25169E3A9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73FF1-D3EE-5568-EB31-742F3E467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C7D26-FDB6-6567-ACE6-15A16028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674C5-B219-9356-44DD-42270297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62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B661-8629-821B-F73B-32A2C245F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4C44-F976-8E52-BCB2-2383E7144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678E48-940F-2AC1-45AA-AA4650445E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94E029-0896-B4D2-A2F4-5EF70B02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A4D81B-AFC5-EC1E-EB15-D254271F6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36982-E631-1717-D5A8-618216ED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820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BA43A-586F-2E9D-FC8C-2DE8F0F83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F2F7C-4DF0-EAF2-68F7-1552C98F0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D53DB0-F4B3-8F14-F031-77A1DF3DB2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FFBA4-F48E-DF7F-E8D3-E0B049135C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98956B-A90D-69B6-6D57-908AF9A12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BBE96B-9F69-28B0-93FB-833E229B4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86F5A3-5507-EBC5-D1F0-D9F672529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24C206-7F13-BD52-B207-0C4486323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24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2DA4C-FF4E-6BE0-D1EE-23FD9FE70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8DFBB3-0832-032E-6669-D8F626714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7D1F7C-B900-4748-F98F-83308314F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51835-21FE-997C-EF38-B057107C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0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B225FF-D5A5-BA42-A764-CA1636F05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7A33EB-12BC-2CB2-0FDC-F45EDCCC6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D6AE8-1BEA-1F55-EC0D-A33D28645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420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6CCD9-8F88-A0FB-364E-43996087A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544032-E08A-679C-6F57-F5D65823D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F9EFA0-1DA8-6AF6-CE65-7B0A0511A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24D61-F1BE-0F19-E014-41A3B0ED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C01E3-88FF-AB41-A76A-700DBA5B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17F2D6-616A-DF98-515E-9F87D4EB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292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02AF2-0AC9-6C3E-648D-9216EC5EA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ABAD2B-8542-E76D-065B-89DB33240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EA223F-A23A-9EF7-46EE-CBCF644360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F435B-F302-A631-7111-FF447B8AA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CBD79-7EAB-499F-9752-83B4A2664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8F800-7B84-7ED6-B9BD-B26DDE73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696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5A052-A250-540B-B805-43F6BB62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680B6E-C799-C50E-87D1-3DECD9946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95FE-4EF7-A830-003D-5F46D04A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D0FBF-58ED-B303-2562-43241D1C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64348-933C-99FE-C7E2-0BDBC606F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1900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4DDBB3-CE0C-C9C5-D78A-1D77EE607F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E90DB-D94D-FBF2-F7F2-DA5B20E6A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58A5F-1CD7-A740-5EFE-3AB3ED4F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46A53-836F-3DEA-7C9F-CE74BEBE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40BC8-B78D-59F3-0C6E-D0AA0097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725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B13388-677B-7584-097C-E7941D4F1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3AA03-D99B-7ED4-4FC8-FFADBF85E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E682E-A467-733B-3962-BF7D712243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56466-9CE1-4FD9-8E00-67EA4A55B4C2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63BC7-05DC-DA8A-31E6-210650C4E6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2715E-1419-2235-DF33-7797EE1D6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4898B5-C1D8-402C-BFC6-1983D411C5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4995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4">
            <a:extLst>
              <a:ext uri="{FF2B5EF4-FFF2-40B4-BE49-F238E27FC236}">
                <a16:creationId xmlns:a16="http://schemas.microsoft.com/office/drawing/2014/main" id="{ECDFE06F-DB9D-F6B9-2D14-5D40A732C3E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334433"/>
            <a:ext cx="11334750" cy="1143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C54157-4A84-91CA-2298-5C144DF8CF4B}"/>
              </a:ext>
            </a:extLst>
          </p:cNvPr>
          <p:cNvSpPr txBox="1"/>
          <p:nvPr/>
        </p:nvSpPr>
        <p:spPr>
          <a:xfrm>
            <a:off x="428625" y="4914409"/>
            <a:ext cx="4074886" cy="12962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Jayaprakash Mayilsamy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SCHOOL OF ENGINEERING</a:t>
            </a:r>
          </a:p>
          <a:p>
            <a:pPr>
              <a:lnSpc>
                <a:spcPct val="120000"/>
              </a:lnSpc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0962CB-1B19-EE9C-C737-9E0B347D3622}"/>
              </a:ext>
            </a:extLst>
          </p:cNvPr>
          <p:cNvSpPr txBox="1"/>
          <p:nvPr/>
        </p:nvSpPr>
        <p:spPr>
          <a:xfrm>
            <a:off x="7899400" y="4715380"/>
            <a:ext cx="4074886" cy="1495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145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Kothakota Rakesh (192525075)</a:t>
            </a:r>
          </a:p>
          <a:p>
            <a:pPr marL="20320">
              <a:spcBef>
                <a:spcPts val="50"/>
              </a:spcBef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Pasupula Sahith Sai (192425029)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Mungara Manasvi (192425084)</a:t>
            </a:r>
          </a:p>
          <a:p>
            <a:pPr marL="20320">
              <a:lnSpc>
                <a:spcPct val="100000"/>
              </a:lnSpc>
              <a:spcBef>
                <a:spcPts val="50"/>
              </a:spcBef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Nithish R (1924260341)</a:t>
            </a:r>
          </a:p>
          <a:p>
            <a:pPr marL="20320">
              <a:spcBef>
                <a:spcPts val="50"/>
              </a:spcBef>
            </a:pPr>
            <a:r>
              <a:rPr lang="en-US" sz="14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Kuricheti Hem Roop (1924260293)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195A39-CAD4-79D2-A5D1-2D549EDCA3ED}"/>
              </a:ext>
            </a:extLst>
          </p:cNvPr>
          <p:cNvSpPr txBox="1"/>
          <p:nvPr/>
        </p:nvSpPr>
        <p:spPr>
          <a:xfrm>
            <a:off x="2203653" y="3262893"/>
            <a:ext cx="8000999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MLA0101 - Artificial Intelligent and Expert Systems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5 | Project 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91C6A-7925-9D9A-9DD2-A0E0C508B8AC}"/>
              </a:ext>
            </a:extLst>
          </p:cNvPr>
          <p:cNvSpPr txBox="1"/>
          <p:nvPr/>
        </p:nvSpPr>
        <p:spPr>
          <a:xfrm>
            <a:off x="597552" y="1821003"/>
            <a:ext cx="112132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Network Attack Detection and Alert Interpretability for Network Administrators Using Machine Learning with an Expert-System Explanation Layer Compared with Rule-Only Intrusion Detection</a:t>
            </a:r>
          </a:p>
        </p:txBody>
      </p:sp>
    </p:spTree>
    <p:extLst>
      <p:ext uri="{BB962C8B-B14F-4D97-AF65-F5344CB8AC3E}">
        <p14:creationId xmlns:p14="http://schemas.microsoft.com/office/powerpoint/2010/main" val="22493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DCA48-BFE9-06FD-F2A1-5D3085BAC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0E600DD-FF23-BA32-70F4-300BDD8A8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1" y="87840"/>
            <a:ext cx="1133475" cy="13430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37D370-4028-476C-6105-16F2D379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895" y="87840"/>
            <a:ext cx="1524000" cy="1343025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F62E054-0A4D-E6D5-DCB9-4FF1CDB5563A}"/>
              </a:ext>
            </a:extLst>
          </p:cNvPr>
          <p:cNvSpPr txBox="1"/>
          <p:nvPr/>
        </p:nvSpPr>
        <p:spPr>
          <a:xfrm>
            <a:off x="806245" y="1936955"/>
            <a:ext cx="11149780" cy="24682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attacks threaten data security and system availability.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systems may miss attacks or generate false alerts.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identifies suspicious patterns in labelled network traffic.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Expert System explains alerts using security rules and traffic evidence.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compares ML-based and rule-only detection using performance metrics.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A2BCC-A321-8A2A-F310-FE88847341ED}"/>
              </a:ext>
            </a:extLst>
          </p:cNvPr>
          <p:cNvSpPr txBox="1"/>
          <p:nvPr/>
        </p:nvSpPr>
        <p:spPr>
          <a:xfrm>
            <a:off x="4351584" y="599868"/>
            <a:ext cx="37641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2" name="Picture 1" descr="Advanced Network Security Through Predictive Intelligence: Machine Learning  Approaches for Proactive Threat Detection—An Experimental Study - Premier  Science">
            <a:extLst>
              <a:ext uri="{FF2B5EF4-FFF2-40B4-BE49-F238E27FC236}">
                <a16:creationId xmlns:a16="http://schemas.microsoft.com/office/drawing/2014/main" id="{809AC1B5-D2EC-860B-E460-65723BE39A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851"/>
          <a:stretch>
            <a:fillRect/>
          </a:stretch>
        </p:blipFill>
        <p:spPr>
          <a:xfrm>
            <a:off x="589936" y="4785715"/>
            <a:ext cx="2989005" cy="1457769"/>
          </a:xfrm>
          <a:prstGeom prst="rect">
            <a:avLst/>
          </a:prstGeom>
        </p:spPr>
      </p:pic>
      <p:pic>
        <p:nvPicPr>
          <p:cNvPr id="8" name="Picture 7" descr="Advanced Network Security Through Predictive Intelligence: Machine Learning  Approaches for Proactive Threat Detection—An Experimental Study - Premier  Science">
            <a:extLst>
              <a:ext uri="{FF2B5EF4-FFF2-40B4-BE49-F238E27FC236}">
                <a16:creationId xmlns:a16="http://schemas.microsoft.com/office/drawing/2014/main" id="{147FD4F6-61D6-DADC-C22E-6605D9CF5B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487" t="15147" b="46784"/>
          <a:stretch>
            <a:fillRect/>
          </a:stretch>
        </p:blipFill>
        <p:spPr>
          <a:xfrm>
            <a:off x="10228992" y="4202320"/>
            <a:ext cx="1769806" cy="204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89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BAFD3-D026-0BCF-AFB4-302EEE05F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5872" y="871247"/>
            <a:ext cx="4714568" cy="1335088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3E785-1D52-409B-1BBC-C0A456E50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8371" y="2468307"/>
            <a:ext cx="11117719" cy="3518446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rule-based systems may miss unknown attack patterns or generate false alerts, while Machine Learning predictions alone may not clearly explain why network traffic is flagged.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reliable system is needed to combine ML-based attack detection with expert-system explanations and fairly compare its performance against rule-only intrusion detection.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7C939-119F-B46A-1180-0B8A7AFA0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1" y="87840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5C2D4F-A5FC-5A0E-397F-E6E3433CD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895" y="87840"/>
            <a:ext cx="1524000" cy="1343025"/>
          </a:xfrm>
          <a:prstGeom prst="rect">
            <a:avLst/>
          </a:prstGeom>
        </p:spPr>
      </p:pic>
      <p:pic>
        <p:nvPicPr>
          <p:cNvPr id="6" name="Picture 5" descr="500+ &lt;b&gt;Problem Statement Icon&lt;/b&gt; Illustrations - iStock">
            <a:extLst>
              <a:ext uri="{FF2B5EF4-FFF2-40B4-BE49-F238E27FC236}">
                <a16:creationId xmlns:a16="http://schemas.microsoft.com/office/drawing/2014/main" id="{12FA6849-C342-1F32-E40E-F8F1B9222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0440" y="1013089"/>
            <a:ext cx="1535169" cy="1229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755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BF634-3C26-DFC9-D534-0D75EA856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855" y="759352"/>
            <a:ext cx="3366030" cy="1343025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C2A00-B64A-0228-96BA-0DEDE2760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612" y="2364657"/>
            <a:ext cx="11908776" cy="3801534"/>
          </a:xfrm>
        </p:spPr>
        <p:txBody>
          <a:bodyPr>
            <a:norm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and preprocess a labelled public network-traffic dataset.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Decision Tree or Random Forest model for attack classification.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a security knowledge base and a rule-only detection system.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clear, evidence-based explanations for detected network attacks.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and compare both methods using detection accuracy, false-positive rate, and latency.</a:t>
            </a:r>
          </a:p>
          <a:p>
            <a:pPr lvl="0"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8C1D0C-5BB7-57DE-ADB8-3EAF193DB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1" y="87840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53F30-0839-CD76-CCD4-7F3EFD5C9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895" y="87840"/>
            <a:ext cx="1524000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05167-0D57-D3E3-0278-05171E31C1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911" t="33148" r="47205"/>
          <a:stretch>
            <a:fillRect/>
          </a:stretch>
        </p:blipFill>
        <p:spPr>
          <a:xfrm>
            <a:off x="9972240" y="2364657"/>
            <a:ext cx="1903655" cy="166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301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DD9D5-38A5-FA8E-4BE8-DEA47AD2A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979" y="452508"/>
            <a:ext cx="4986867" cy="1167342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C6A54D7E-580B-EF9A-72F7-3E0F6DFE42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1127952"/>
              </p:ext>
            </p:extLst>
          </p:nvPr>
        </p:nvGraphicFramePr>
        <p:xfrm>
          <a:off x="747252" y="1808834"/>
          <a:ext cx="10766322" cy="43555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4387">
                  <a:extLst>
                    <a:ext uri="{9D8B030D-6E8A-4147-A177-3AD203B41FA5}">
                      <a16:colId xmlns:a16="http://schemas.microsoft.com/office/drawing/2014/main" val="560626986"/>
                    </a:ext>
                  </a:extLst>
                </a:gridCol>
                <a:gridCol w="1794387">
                  <a:extLst>
                    <a:ext uri="{9D8B030D-6E8A-4147-A177-3AD203B41FA5}">
                      <a16:colId xmlns:a16="http://schemas.microsoft.com/office/drawing/2014/main" val="3003175953"/>
                    </a:ext>
                  </a:extLst>
                </a:gridCol>
                <a:gridCol w="1794387">
                  <a:extLst>
                    <a:ext uri="{9D8B030D-6E8A-4147-A177-3AD203B41FA5}">
                      <a16:colId xmlns:a16="http://schemas.microsoft.com/office/drawing/2014/main" val="4066184844"/>
                    </a:ext>
                  </a:extLst>
                </a:gridCol>
                <a:gridCol w="1794387">
                  <a:extLst>
                    <a:ext uri="{9D8B030D-6E8A-4147-A177-3AD203B41FA5}">
                      <a16:colId xmlns:a16="http://schemas.microsoft.com/office/drawing/2014/main" val="3617183132"/>
                    </a:ext>
                  </a:extLst>
                </a:gridCol>
                <a:gridCol w="1794387">
                  <a:extLst>
                    <a:ext uri="{9D8B030D-6E8A-4147-A177-3AD203B41FA5}">
                      <a16:colId xmlns:a16="http://schemas.microsoft.com/office/drawing/2014/main" val="287401454"/>
                    </a:ext>
                  </a:extLst>
                </a:gridCol>
                <a:gridCol w="1794387">
                  <a:extLst>
                    <a:ext uri="{9D8B030D-6E8A-4147-A177-3AD203B41FA5}">
                      <a16:colId xmlns:a16="http://schemas.microsoft.com/office/drawing/2014/main" val="2080379578"/>
                    </a:ext>
                  </a:extLst>
                </a:gridCol>
              </a:tblGrid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Problem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/ Techniques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828851014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Tavallaee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KDD data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redundancy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NSL-KDD;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analysis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alert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explanations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668283820"/>
                  </a:ext>
                </a:extLst>
              </a:tr>
              <a:tr h="564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Moustafa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Slay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attack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benchmarking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UNSW-NB15;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features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rule-only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comparison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149797059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Sharafaldin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Realistic IDS</a:t>
                      </a:r>
                    </a:p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traffic labels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CICIDS2017;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 features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 alerts to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expert rules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853586761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Ribeiro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 al.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Trust in model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LIME; local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surrogates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security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context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828606745"/>
                  </a:ext>
                </a:extLst>
              </a:tr>
              <a:tr h="805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Lundberg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Lee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Consistent model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explanations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SHAP; feature</a:t>
                      </a:r>
                    </a:p>
                    <a:p>
                      <a:pPr>
                        <a:buNone/>
                      </a:pPr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attribution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 evidence</a:t>
                      </a:r>
                    </a:p>
                    <a:p>
                      <a:pPr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actions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616935469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51471BFC-FEB7-1F04-B3A5-70F2CFA1B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895" y="87840"/>
            <a:ext cx="1524000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B44D19-5BB1-9A6A-7B6E-AC9B68138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1" y="87840"/>
            <a:ext cx="1133475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541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59CB65-E679-142D-F3D6-B2AC1FAC2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4742"/>
            <a:ext cx="12083845" cy="594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50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3C64284-5D31-ED33-28C1-F65FF21747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8903" y="1691830"/>
            <a:ext cx="8155461" cy="489417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DC1411-D0F0-3E62-62F0-C8CFC2A9F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70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74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DABC-63AA-EDD4-A616-68169AFE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47693"/>
            <a:ext cx="8652387" cy="1065740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1 - Network Data Preparation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69631C-1055-B1DC-E9A5-2FED496D0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895" y="87840"/>
            <a:ext cx="1524000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FE2468-DD71-C80E-299F-9209FFA6F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371" y="97672"/>
            <a:ext cx="1133475" cy="13430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5D29CAA-6D0C-872D-2F76-D56B44B18333}"/>
              </a:ext>
            </a:extLst>
          </p:cNvPr>
          <p:cNvSpPr txBox="1">
            <a:spLocks/>
          </p:cNvSpPr>
          <p:nvPr/>
        </p:nvSpPr>
        <p:spPr>
          <a:xfrm>
            <a:off x="4442155" y="2299843"/>
            <a:ext cx="76613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Module 2 - Attack Classification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C15D662-9A73-B29A-D72B-42ADFB0D8945}"/>
              </a:ext>
            </a:extLst>
          </p:cNvPr>
          <p:cNvSpPr txBox="1">
            <a:spLocks/>
          </p:cNvSpPr>
          <p:nvPr/>
        </p:nvSpPr>
        <p:spPr>
          <a:xfrm>
            <a:off x="-262598" y="3314985"/>
            <a:ext cx="6705600" cy="11687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3 - Security Knowledge Base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2E82255-211B-4C61-0F89-2BC979975429}"/>
              </a:ext>
            </a:extLst>
          </p:cNvPr>
          <p:cNvSpPr txBox="1">
            <a:spLocks/>
          </p:cNvSpPr>
          <p:nvPr/>
        </p:nvSpPr>
        <p:spPr>
          <a:xfrm>
            <a:off x="6443002" y="4546502"/>
            <a:ext cx="7096018" cy="469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4 - Alert Explanation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17C815-796E-1C82-D86C-C8816F70326D}"/>
              </a:ext>
            </a:extLst>
          </p:cNvPr>
          <p:cNvSpPr txBox="1"/>
          <p:nvPr/>
        </p:nvSpPr>
        <p:spPr>
          <a:xfrm>
            <a:off x="4532671" y="451755"/>
            <a:ext cx="225414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D7BD67-1EC6-C970-1292-B832FA6C2734}"/>
              </a:ext>
            </a:extLst>
          </p:cNvPr>
          <p:cNvSpPr txBox="1"/>
          <p:nvPr/>
        </p:nvSpPr>
        <p:spPr>
          <a:xfrm>
            <a:off x="0" y="5395665"/>
            <a:ext cx="5862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5 - Monitoring Dashboard</a:t>
            </a:r>
          </a:p>
        </p:txBody>
      </p:sp>
    </p:spTree>
    <p:extLst>
      <p:ext uri="{BB962C8B-B14F-4D97-AF65-F5344CB8AC3E}">
        <p14:creationId xmlns:p14="http://schemas.microsoft.com/office/powerpoint/2010/main" val="409757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23998-09C6-3560-25F1-809060C36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86FB5-D650-C977-E132-71F236D2B7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40845" cy="3296981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combines ML detection with expert explanations.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covers data preparation, classification, rules, alerts and monitoring.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rule-only baseline enables a controlled comparison.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 link alert decisions to observable traffic evidence.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covers per-class detection, false alarms and latency.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gains require measured results; mockups are illustrative.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6E64A3-685C-DECA-9037-1726D7C52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1" y="87840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FEE2EB-2CC9-B67A-FE82-F250BB28A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895" y="87840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265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60134-2927-AAC9-4FAB-FDB1BF34F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48" y="468636"/>
            <a:ext cx="3746091" cy="962229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DAA6F-6E5F-A26A-3E2F-FE927319F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08" y="1737134"/>
            <a:ext cx="11166987" cy="4437524"/>
          </a:xfrm>
        </p:spPr>
        <p:txBody>
          <a:bodyPr>
            <a:normAutofit fontScale="77500" lnSpcReduction="20000"/>
          </a:bodyPr>
          <a:lstStyle/>
          <a:p>
            <a:pPr lvl="0"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Tavallaee, M., Bagheri, E., Lu, W., &amp; Ghorbani, A. A. (2019). A detailed analysis of the KDD CUP 99 data set. IEEE CISDA. DOI: 10.1109/CISDA.2009.5356528.</a:t>
            </a:r>
          </a:p>
          <a:p>
            <a:pPr lvl="0"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Moustafa, N., &amp; Slay, J. (2025). UNSW-NB15: a comprehensive data set for network intrusion detection systems. IEEE MilCIS. DOI: 10.1109/MilCIS.2015.7348942.</a:t>
            </a:r>
          </a:p>
          <a:p>
            <a:pPr lvl="0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Sharafaldin, I., Lashkari, A. H., &amp; Ghorbani, A. A. (2018). Toward Generating a New Intrusion Detection Dataset and Intrusion Traffic Characterization. ICISSP, 108-116. DOI: 10.5220/0006639801080116.</a:t>
            </a:r>
          </a:p>
          <a:p>
            <a:pPr lvl="0"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Ribeiro, M. T., Singh, S., &amp; Guestrin, C. (2026). Why Should I Trust You?: Explaining the Predictions of Any Classifier. ACM KDD, 1135-1144. DOI: 10.1145/2939672.2939778.</a:t>
            </a:r>
          </a:p>
          <a:p>
            <a:pPr lvl="0" algn="just">
              <a:lnSpc>
                <a:spcPct val="12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Lundberg, S. M., &amp; Lee, S. I. (2017). A Unified Approach to Interpreting Model Predictions. NeurIPS 30, 4765-4774. proceedings.neurips.cc (NIPS 201).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2EA74-1ACC-5C14-7465-E1363DDE3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1" y="87840"/>
            <a:ext cx="1133475" cy="1343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FB4E40-CFD7-07D6-6464-617D114AB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895" y="87840"/>
            <a:ext cx="1524000" cy="134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292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13BC5-2204-17E0-5170-367C0348F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B9FCFD-93CA-1BA2-56B4-42DBFA43C2D4}"/>
              </a:ext>
            </a:extLst>
          </p:cNvPr>
          <p:cNvSpPr txBox="1"/>
          <p:nvPr/>
        </p:nvSpPr>
        <p:spPr>
          <a:xfrm>
            <a:off x="719091" y="2494626"/>
            <a:ext cx="1044014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solidFill>
                  <a:srgbClr val="FF0000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938132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627</Words>
  <Application>Microsoft Office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Batang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Problem Statement</vt:lpstr>
      <vt:lpstr>Objectives</vt:lpstr>
      <vt:lpstr>Literature Review</vt:lpstr>
      <vt:lpstr>PowerPoint Presentation</vt:lpstr>
      <vt:lpstr>PowerPoint Presentation</vt:lpstr>
      <vt:lpstr>Module 1 - Network Data Preparation</vt:lpstr>
      <vt:lpstr>Conclusion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sampreeth</dc:creator>
  <cp:lastModifiedBy>Kothakota Rakesh</cp:lastModifiedBy>
  <cp:revision>18</cp:revision>
  <dcterms:created xsi:type="dcterms:W3CDTF">2026-06-17T01:33:02Z</dcterms:created>
  <dcterms:modified xsi:type="dcterms:W3CDTF">2026-10-21T04:16:32Z</dcterms:modified>
</cp:coreProperties>
</file>